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34B78"/>
                </a:solidFill>
                <a:latin typeface="Aptos"/>
              </a:rPr>
              <a:t>IILM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E2632"/>
                </a:solidFill>
                <a:latin typeface="Aptos"/>
              </a:rPr>
              <a:t>Greater Noida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234440"/>
            <a:ext cx="24048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2632"/>
                </a:solidFill>
                <a:latin typeface="Aptos"/>
              </a:rPr>
              <a:t>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34B78"/>
                </a:solidFill>
                <a:latin typeface="Aptos"/>
              </a:rPr>
              <a:t>Web Development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1E2632"/>
                </a:solidFill>
                <a:latin typeface="Aptos"/>
              </a:rPr>
              <a:t>Student Name: Manav Joshi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1E2632"/>
                </a:solidFill>
                <a:latin typeface="Aptos"/>
              </a:rPr>
              <a:t>Enrollment Number: 25SCS1003004223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1E2632"/>
                </a:solidFill>
                <a:latin typeface="Aptos"/>
              </a:rPr>
              <a:t>Program &amp; Semester: B.Tech CSE – 3rd 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1E2632"/>
                </a:solidFill>
                <a:latin typeface="Aptos"/>
              </a:rPr>
              <a:t>Organization Name: Codec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34B78"/>
                </a:solidFill>
                <a:latin typeface="Aptos"/>
              </a:rPr>
              <a:t>05 May 2026 – 05 August 2026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51560"/>
            <a:ext cx="3703320" cy="1102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Internship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Organization: Codec Technologies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Role: Web Developer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Mode: Online Internship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Duration: 3 months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Start: 05 May 2026 | End: 05 August 2026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Primary technologies: HTML, CSS and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Internship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Strengthen practical knowledge of HTML, CSS and JavaScript.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Create structured and responsive web pages.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Understand basic front-end development workflow.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Add interactive functionality using JavaScript.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Improve debugging and problem-solving skills.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Gain experience working independently in an online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Role &amp; Responsibilities – Web Developer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Create webpage structures using HTML.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Design layouts and components using CSS.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Build responsive pages for different screen sizes.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Use JavaScript for interactive features and DOM manipulation.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Test webpages and identify layout or functionality issues.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Apply feedback and improve completed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HTML5 – structure, semantic elements, forms and page sections.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CSS3 – styling, Flexbox, responsive layouts and media queries.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JavaScript – events, functions, DOM manipulation and validation.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Browser Developer Tools – inspection, responsive testing and debugging.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Development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Understand the requirement or webpage objective.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Plan the page structure and major sections.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Build the structure with HTML.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Apply layout and styling using CSS.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Add interactions using JavaScript.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Test on different screen sizes and fix issues.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Review and improve the final webpage.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Project 1 – Personal Portfolio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Developed a responsive portfolio-style website.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Included introduction, about, skills, projects and contact sections.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Used HTML for structure and CSS for layout and visual consistency.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Used JavaScript for basic navigation and interaction.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Focused on responsive design and clear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Project 2 – Product Landing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Created a focused landing page for presenting a product.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Designed a hero section, feature cards and call-to-action buttons.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Used Flexbox and media queries for responsive layouts.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Added simple JavaScript interaction.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Learned the importance of visual hierarchy and usability.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Project 3 – Task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Built a small browser-based task management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Users can add tasks, mark tasks as completed and remove tasks.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Used JavaScript events and DOM manipulation for dynamic updates.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Added basic input validation to prevent empty tasks.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Improved understanding of JavaScript logic and user interaction.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Internship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May 2026 – Orientation, environment setup and HTML fundamentals.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Late May – CSS layouts, Flexbox and responsive design.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June – JavaScript fundamentals, events and DOM manipulation.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July – Portfolio and landing-page development.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Late July – Task manager project and debugging.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August – Testing, improvements, documentation and final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Responsive layout issues → used Flexbox, media queries and viewport testing.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CSS conflicts → inspected elements and reorganized styling rules.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JavaScript interaction errors → checked DOM elements and event listeners.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Input validation → added basic checks before processing user input.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Debugging → used browser Developer Tools and tested changes step by step.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Online work routine → divided tasks into smaller goals and maintained a schedule.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Skills &amp; Knowledge Gained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HTML5 and semantic webpage structure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CSS3, Flexbox and responsive design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JavaScript fundamentals and DOM manipulation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Browser testing and debugging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Basic form/input validation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Code organization and project structure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Independent learning and time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Communication and applying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Better confidence in developing webpages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Improved understanding of how HTML, CSS and JavaScript work together.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Ability to create responsive layouts and basic interactive behavior.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Improved debugging and problem-solving approach.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Better understanding of practical front-end development.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4B78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36576"/>
          </a:xfrm>
          <a:prstGeom prst="rect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The internship provided practical exposure to front-end web development.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Working with HTML, CSS and JavaScript strengthened my technical foundation.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The projects helped convert classroom concepts into practical applications.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The online internship improved my independence, communication and time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1E2632"/>
                </a:solidFill>
                <a:latin typeface="Aptos"/>
              </a:defRPr>
            </a:pPr>
            <a:r>
              <a:t>• Overall, the experience gave me a clearer direction for continuing in web development.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234B78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1E2632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1E2632"/>
                </a:solidFill>
                <a:latin typeface="Aptos"/>
              </a:rPr>
              <a:t>Manav Joshi  |  B.Tech CSE  |  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